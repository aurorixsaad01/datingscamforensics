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Forensic Investigation of Online Dating Scams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clean and practical demo project showcasing digital forensics, OSINT, and AI-based investigation.</a:t>
            </a:r>
          </a:p>
          <a:p>
            <a:r>
              <a:t>By: Saad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Purpose: Demonstrate how a dating scam can be investigated using free tools.</a:t>
            </a:r>
          </a:p>
          <a:p>
            <a:r>
              <a:t>• Focus Areas: Evidence acquisition, forensic analysis, metadata inspection, OSINT, and AI insights.</a:t>
            </a:r>
          </a:p>
          <a:p>
            <a:r>
              <a:t>• Outcome: A complete investigation pipeline in simple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 (All Free)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FTK Imager – Creates a forensic evidence image (E01).</a:t>
            </a:r>
          </a:p>
          <a:p>
            <a:r>
              <a:t>• Autopsy – Analyzes browser history, files, and artifacts.</a:t>
            </a:r>
          </a:p>
          <a:p>
            <a:r>
              <a:t>• ExifTool – Extracts image metadata.</a:t>
            </a:r>
          </a:p>
          <a:p>
            <a:r>
              <a:t>• BrowserHistoryView – Quick browser data viewer.</a:t>
            </a:r>
          </a:p>
          <a:p>
            <a:r>
              <a:t>• Google Lens &amp; Yandex – Reverse image search.</a:t>
            </a:r>
          </a:p>
          <a:p>
            <a:r>
              <a:t>• ChatGPT – AI-based interpretation and explanation.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Evidence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fake evidence folder was created to simulate a victim's device.</a:t>
            </a:r>
          </a:p>
          <a:p>
            <a:r>
              <a:t>• FTK Imager captured the folder into a forensic image (.E01).</a:t>
            </a:r>
          </a:p>
          <a:p>
            <a:r>
              <a:t>• Hash values (MD5, SHA1) were generated to ensure the data was not altered.</a:t>
            </a:r>
          </a:p>
          <a:p>
            <a:r>
              <a:t>• This step proves the evidence is authentic and untampered.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Autopsy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forensic image was loaded into Autopsy.</a:t>
            </a:r>
          </a:p>
          <a:p>
            <a:r>
              <a:t>• Autopsy extracted:</a:t>
            </a:r>
          </a:p>
          <a:p>
            <a:r>
              <a:t>     - Browser history from dating platforms</a:t>
            </a:r>
          </a:p>
          <a:p>
            <a:r>
              <a:t>     - Instagram activity</a:t>
            </a:r>
          </a:p>
          <a:p>
            <a:r>
              <a:t>     - Gmail scam email interactions</a:t>
            </a:r>
          </a:p>
          <a:p>
            <a:r>
              <a:t>     - Downloaded scammer images</a:t>
            </a:r>
          </a:p>
          <a:p>
            <a:r>
              <a:t>• A timeline of user activity was reconstructed.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Browser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Victim visited a dating profile.</a:t>
            </a:r>
          </a:p>
          <a:p>
            <a:r>
              <a:t>• Opened a suspicious Instagram account.</a:t>
            </a:r>
          </a:p>
          <a:p>
            <a:r>
              <a:t>• Viewed a scam email.</a:t>
            </a:r>
          </a:p>
          <a:p>
            <a:r>
              <a:t>• Opened a money-transfer website.</a:t>
            </a:r>
          </a:p>
          <a:p>
            <a:r>
              <a:t>• This sequence indicates the victim was manipulated toward sending 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Chat Log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fake chat contains:</a:t>
            </a:r>
          </a:p>
          <a:p>
            <a:r>
              <a:t>     - Emotional manipulation</a:t>
            </a:r>
          </a:p>
          <a:p>
            <a:r>
              <a:t>     - Trust-building attempts</a:t>
            </a:r>
          </a:p>
          <a:p>
            <a:r>
              <a:t>     - Sudden financial request</a:t>
            </a:r>
          </a:p>
          <a:p>
            <a:r>
              <a:t>• These are classic signs of a romance scam.</a:t>
            </a:r>
          </a:p>
          <a:p>
            <a:r>
              <a:t>• Chat logs were later analyzed using AI for deeper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Image Metadata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ExifTool was used to inspect scammer profile images.</a:t>
            </a:r>
          </a:p>
          <a:p>
            <a:r>
              <a:t>• Key findings:</a:t>
            </a:r>
          </a:p>
          <a:p>
            <a:r>
              <a:t>     - No GPS data</a:t>
            </a:r>
          </a:p>
          <a:p>
            <a:r>
              <a:t>     - No camera model</a:t>
            </a:r>
          </a:p>
          <a:p>
            <a:r>
              <a:t>     - No timestamp</a:t>
            </a:r>
          </a:p>
          <a:p>
            <a:r>
              <a:t>     - Inconsistent resolution</a:t>
            </a:r>
          </a:p>
          <a:p>
            <a:r>
              <a:t>• Missing metadata suggests the images were downloaded from the internet, not captured by a real person.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OSINT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Lens and Yandex were used to check if profile images existed elsewhere online.</a:t>
            </a:r>
          </a:p>
          <a:p>
            <a:r>
              <a:t>• Results showed the same images appearing on multiple unrelated sites.</a:t>
            </a:r>
          </a:p>
          <a:p>
            <a:r>
              <a:t>• Strong evidence of identity fraud and use of fake profile photos.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AI-Assisted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ChatGPT analyzed:</a:t>
            </a:r>
          </a:p>
          <a:p>
            <a:r>
              <a:t>     - Chat patterns (emotional pressure, urgency)</a:t>
            </a:r>
          </a:p>
          <a:p>
            <a:r>
              <a:t>     - Browser logs (high-risk behavior)</a:t>
            </a:r>
          </a:p>
          <a:p>
            <a:r>
              <a:t>     - Metadata inconsistencies</a:t>
            </a:r>
          </a:p>
          <a:p>
            <a:r>
              <a:t>• AI summary supported the conclusion that the profile was fraudulent.</a:t>
            </a:r>
          </a:p>
          <a:p>
            <a:r>
              <a:t>• This shows how AI enhances modern forensic investigations.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forensic steps aligned to expose the scammer:</a:t>
            </a:r>
          </a:p>
          <a:p>
            <a:r>
              <a:t>     - Browser activity showed suspicious interactions.</a:t>
            </a:r>
          </a:p>
          <a:p>
            <a:r>
              <a:t>     - Chat logs revealed manipulation.</a:t>
            </a:r>
          </a:p>
          <a:p>
            <a:r>
              <a:t>     - Metadata showed stolen images.</a:t>
            </a:r>
          </a:p>
          <a:p>
            <a:r>
              <a:t>     - OSINT confirmed identity fraud.</a:t>
            </a:r>
          </a:p>
          <a:p>
            <a:r>
              <a:t>     - AI tied all findings together.</a:t>
            </a:r>
          </a:p>
          <a:p>
            <a:r>
              <a:t>• The demo successfully replicates a real dating scam investigation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Completed by: Saad</a:t>
            </a:r>
          </a:p>
          <a:p>
            <a:r>
              <a:t>Feel free to ask questions during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